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1E293B"/>
          </a:solidFill>
          <a:ln>
            <a:solidFill>
              <a:srgbClr val="007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0070F3"/>
                </a:solidFill>
              </a:rPr>
              <a:t>K.A.R.M.A CLOUD SIEM
</a:t>
            </a:r>
          </a:p>
          <a:p>
            <a:pPr algn="ctr"/>
            <a:r>
              <a:rPr sz="1800">
                <a:solidFill>
                  <a:srgbClr val="F8FAFC"/>
                </a:solidFill>
              </a:rPr>
              <a:t>Autonomous AI Threat Deception Platform &amp; Security Incident Event Management
</a:t>
            </a:r>
          </a:p>
          <a:p>
            <a:pPr algn="ctr"/>
            <a:r>
              <a:rPr sz="1300">
                <a:solidFill>
                  <a:srgbClr val="94A3B8"/>
                </a:solidFill>
              </a:rPr>
              <a:t>DEPARTMENT OF COMPUTER SCIENCE &amp; ENGINEERING • SEMESTER VI MAJOR PROJECT (20CS61P)
THE OXFORD EVENING POLYTECHNIC, BANGALORE
Project Guide &amp; Mentor: Mr. Subhash J R (Lecturer, Dept of CSE)
Development Team:
Abhijeet Kumar (Team Lead &amp; Core Architect)
Kanaka C (Security Analyst &amp; Frontend Engineer)
Raghunandan T V (Backend Engineer &amp; Threat Intelligence)
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Executive Summary &amp; Project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Project Branding (K.A.R.M.A): </a:t>
            </a:r>
            <a:r>
              <a:rPr sz="1200">
                <a:solidFill>
                  <a:srgbClr val="94A3B8"/>
                </a:solidFill>
              </a:rPr>
              <a:t>Kanaka, Abhijeet, Raghunandan — Monitoring Engine &amp; Active Cyber Deception Architecture.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Core Cyber Philosophy: </a:t>
            </a:r>
            <a:r>
              <a:rPr sz="1200">
                <a:solidFill>
                  <a:srgbClr val="94A3B8"/>
                </a:solidFill>
              </a:rPr>
              <a:t>In Cybersecurity, KARMA signifies that an adversary's attack probes return directly to trap, profile, and isolate them automatically.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The Cybersecurity Problem: </a:t>
            </a:r>
            <a:r>
              <a:rPr sz="1200">
                <a:solidFill>
                  <a:srgbClr val="94A3B8"/>
                </a:solidFill>
              </a:rPr>
              <a:t>Traditional SIEM systems are passive log readers; stealthy reconnaissance probes and credential stuffing attacks evade standard firewalls with long dwell times.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The KARMA Solution: </a:t>
            </a:r>
            <a:r>
              <a:rPr sz="1200">
                <a:solidFill>
                  <a:srgbClr val="94A3B8"/>
                </a:solidFill>
              </a:rPr>
              <a:t>Deploys active protocol honeypots, honeytoken secrets, and automated DeepSeek AI threat intelligence to achieve 100% zero false-positive adversary isolation.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Academic Significance: </a:t>
            </a:r>
            <a:r>
              <a:rPr sz="1200">
                <a:solidFill>
                  <a:srgbClr val="94A3B8"/>
                </a:solidFill>
              </a:rPr>
              <a:t>Developed as a Semester VI Major Project (20CS61P) at The Oxford Evening Polytechnic under mentor Mr. Subhash J 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Multi-Layer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1. Deception Layer (Active Sensors): </a:t>
            </a:r>
            <a:r>
              <a:rPr sz="1200">
                <a:solidFill>
                  <a:srgbClr val="94A3B8"/>
                </a:solidFill>
              </a:rPr>
              <a:t>OpenSSH Server (Port 2222), Web Admin Trap (Port 8080), TCP Probe Decoys (Ports 21 FTP, 23 Telnet, 3389 RDP), and Honeytoken Vault (Port 8000).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2. Engine &amp; Transport Layer: </a:t>
            </a:r>
            <a:r>
              <a:rPr sz="1200">
                <a:solidFill>
                  <a:srgbClr val="94A3B8"/>
                </a:solidFill>
              </a:rPr>
              <a:t>FastAPI Asynchronous Web Gateway, WebSockets Telemetry Manager, and Thread-Safe Audit CSV Archiver.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3. Intelligence Layer: </a:t>
            </a:r>
            <a:r>
              <a:rPr sz="1200">
                <a:solidFill>
                  <a:srgbClr val="94A3B8"/>
                </a:solidFill>
              </a:rPr>
              <a:t>Automated MITRE ATT&amp;CK Taxonomy Classifier &amp; DeepSeek AI Neural Threat Synthesizer (deepseek-chat).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4. Presentation Layer: </a:t>
            </a:r>
            <a:r>
              <a:rPr sz="1200">
                <a:solidFill>
                  <a:srgbClr val="94A3B8"/>
                </a:solidFill>
              </a:rPr>
              <a:t>Futuristic Dark-Mode SOC Dashboard, Leaflet.js Attacker World Map, and Chart.js Zoomable Time-Series Line Plot.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5. Data Persistence: </a:t>
            </a:r>
            <a:r>
              <a:rPr sz="1200">
                <a:solidFill>
                  <a:srgbClr val="94A3B8"/>
                </a:solidFill>
              </a:rPr>
              <a:t>SQLite Relational Store for logs, IP profiles, MITRE statistics, and honeytoken hit history.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Real-Time SOC Dashboard &amp; Geolocation Map</a:t>
            </a:r>
          </a:p>
        </p:txBody>
      </p:sp>
      <p:pic>
        <p:nvPicPr>
          <p:cNvPr id="4" name="Picture 3" descr="dashboard_summary_17875894026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11094415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07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0F3"/>
                </a:solidFill>
              </a:rPr>
              <a:t>🌐 Attacker Geolocation World Map
</a:t>
            </a:r>
          </a:p>
          <a:p>
            <a:r>
              <a:rPr sz="950">
                <a:solidFill>
                  <a:srgbClr val="94A3B8"/>
                </a:solidFill>
              </a:rPr>
              <a:t>Leaflet.js interactive map rendering live attacker IP locations, country flags, and risk score markers.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</a:rPr>
              <a:t>⚡ Zoomable Line Plot (➕ ➖ 🔄)
</a:t>
            </a:r>
          </a:p>
          <a:p>
            <a:r>
              <a:rPr sz="950">
                <a:solidFill>
                  <a:srgbClr val="94A3B8"/>
                </a:solidFill>
              </a:rPr>
              <a:t>Real-time attack velocity trends with interactive zoom controls and auto-compressing X-axis labels.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B5CF6"/>
                </a:solidFill>
              </a:rPr>
              <a:t>📊 Live WebSockets Telemetry Stream
</a:t>
            </a:r>
          </a:p>
          <a:p>
            <a:r>
              <a:rPr sz="950">
                <a:solidFill>
                  <a:srgbClr val="94A3B8"/>
                </a:solidFill>
              </a:rPr>
              <a:t>Low-latency event streaming pushing incoming threat telemetry directly to the active SOC 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512064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59E0B"/>
                </a:solidFill>
              </a:rPr>
              <a:t>🛡️ Uncapped Threat Metrics Bar
</a:t>
            </a:r>
          </a:p>
          <a:p>
            <a:r>
              <a:rPr sz="950">
                <a:solidFill>
                  <a:srgbClr val="94A3B8"/>
                </a:solidFill>
              </a:rPr>
              <a:t>Continuously tracks real-time attack counts, audit logs, and active IP quarantines without artificial caps.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Active Protocol Honeypots &amp; Command Trapping</a:t>
            </a:r>
          </a:p>
        </p:txBody>
      </p:sp>
      <p:pic>
        <p:nvPicPr>
          <p:cNvPr id="4" name="Picture 3" descr="decoy_sensors_17875894255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11094415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07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0F3"/>
                </a:solidFill>
              </a:rPr>
              <a:t>🔑 OpenSSH Honeypot (Port 2222)
</a:t>
            </a:r>
          </a:p>
          <a:p>
            <a:r>
              <a:rPr sz="950">
                <a:solidFill>
                  <a:srgbClr val="94A3B8"/>
                </a:solidFill>
              </a:rPr>
              <a:t>Paramiko SSH server with persistent RSA keys; traps auth attempts and logs interactive bash commands.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</a:rPr>
              <a:t>🌐 Web Admin Decoy (Port 8080)
</a:t>
            </a:r>
          </a:p>
          <a:p>
            <a:r>
              <a:rPr sz="950">
                <a:solidFill>
                  <a:srgbClr val="94A3B8"/>
                </a:solidFill>
              </a:rPr>
              <a:t>Simulated vulnerable web portal trapping SQL Injection (UNION SELECT), XSS, and Path Traversal.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B5CF6"/>
                </a:solidFill>
              </a:rPr>
              <a:t>📡 Network Decoy Probes (21, 23, 3389)
</a:t>
            </a:r>
          </a:p>
          <a:p>
            <a:r>
              <a:rPr sz="950">
                <a:solidFill>
                  <a:srgbClr val="94A3B8"/>
                </a:solidFill>
              </a:rPr>
              <a:t>FTP, Telnet, and RDP socket listeners detecting early Nmap / Masscan service discovery (MITRE T1046).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512064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59E0B"/>
                </a:solidFill>
              </a:rPr>
              <a:t>⚡ Interactive Command Trapping
</a:t>
            </a:r>
          </a:p>
          <a:p>
            <a:r>
              <a:rPr sz="950">
                <a:solidFill>
                  <a:srgbClr val="94A3B8"/>
                </a:solidFill>
              </a:rPr>
              <a:t>Captures executed bash commands (whoami, id, cat /etc/passwd) and maps to MITRE ATT&amp;CK T1059.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Honeytoken Vault &amp; Secret Traps</a:t>
            </a:r>
          </a:p>
        </p:txBody>
      </p:sp>
      <p:pic>
        <p:nvPicPr>
          <p:cNvPr id="4" name="Picture 3" descr="honeytokens_17875894135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11094415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07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0F3"/>
                </a:solidFill>
              </a:rPr>
              <a:t>🗝️ Decoy AWS Access Keys
</a:t>
            </a:r>
          </a:p>
          <a:p>
            <a:r>
              <a:rPr sz="950">
                <a:solidFill>
                  <a:srgbClr val="94A3B8"/>
                </a:solidFill>
              </a:rPr>
              <a:t>Deploys fake AWS keys (AKIA...) in config traps to catch cloud credential harvesters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59E0B"/>
                </a:solidFill>
              </a:rPr>
              <a:t>🚨 Admin Backdoor Traps
</a:t>
            </a:r>
          </a:p>
          <a:p>
            <a:r>
              <a:rPr sz="950">
                <a:solidFill>
                  <a:srgbClr val="94A3B8"/>
                </a:solidFill>
              </a:rPr>
              <a:t>Monitors decoy endpoints like /secret-vault-admin-login-php on Port 8000 for unauthorised access.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5120640"/>
            <a:ext cx="384048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</a:rPr>
              <a:t>🎯 100% Zero False-Positive Alerts
</a:t>
            </a:r>
          </a:p>
          <a:p>
            <a:r>
              <a:rPr sz="950">
                <a:solidFill>
                  <a:srgbClr val="94A3B8"/>
                </a:solidFill>
              </a:rPr>
              <a:t>Legitimate users have no operational reason to touch honeytokens; any access triggers immediate IP quarantine.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Automated MITRE ATT&amp;CK Framework Mapping</a:t>
            </a:r>
          </a:p>
        </p:txBody>
      </p:sp>
      <p:pic>
        <p:nvPicPr>
          <p:cNvPr id="4" name="Picture 3" descr="mitre_attack_17875894385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11094415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07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0F3"/>
                </a:solidFill>
              </a:rPr>
              <a:t>🔍 T1046 Network Service Discovery
</a:t>
            </a:r>
          </a:p>
          <a:p>
            <a:r>
              <a:rPr sz="950">
                <a:solidFill>
                  <a:srgbClr val="94A3B8"/>
                </a:solidFill>
              </a:rPr>
              <a:t>Mapped automatically when port scan probes hit FTP (21), Telnet (23), or RDP (3389).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59E0B"/>
                </a:solidFill>
              </a:rPr>
              <a:t>🔑 T1110 Brute Force &amp; T1078 Credentials
</a:t>
            </a:r>
          </a:p>
          <a:p>
            <a:r>
              <a:rPr sz="950">
                <a:solidFill>
                  <a:srgbClr val="94A3B8"/>
                </a:solidFill>
              </a:rPr>
              <a:t>Mapped when SSH auth fails repeatedly or honeytoken secret keys are accessed.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B5CF6"/>
                </a:solidFill>
              </a:rPr>
              <a:t>💻 T1059 Command &amp; Scripting Interpreter
</a:t>
            </a:r>
          </a:p>
          <a:p>
            <a:r>
              <a:rPr sz="950">
                <a:solidFill>
                  <a:srgbClr val="94A3B8"/>
                </a:solidFill>
              </a:rPr>
              <a:t>Mapped when attackers execute bash commands inside the OpenSSH honeypot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512064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</a:rPr>
              <a:t>🌐 T1190 Exploit Public-Facing App
</a:t>
            </a:r>
          </a:p>
          <a:p>
            <a:r>
              <a:rPr sz="950">
                <a:solidFill>
                  <a:srgbClr val="94A3B8"/>
                </a:solidFill>
              </a:rPr>
              <a:t>Mapped when SQLi or XSS payloads target the Port 8080 Web Admin Decoy.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DeepSeek AI Threat Intelligence &amp; Active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AI Incident Response Reports: </a:t>
            </a:r>
            <a:r>
              <a:rPr sz="1200">
                <a:solidFill>
                  <a:srgbClr val="94A3B8"/>
                </a:solidFill>
              </a:rPr>
              <a:t>Sends raw telemetry payload streams to DeepSeek-V4 API (deepseek-chat) to generate executive forensic reports.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Adversary Intent Synthesis: </a:t>
            </a:r>
            <a:r>
              <a:rPr sz="1200">
                <a:solidFill>
                  <a:srgbClr val="94A3B8"/>
                </a:solidFill>
              </a:rPr>
              <a:t>Evaluates attacker intent (Credential Harvesting, CEO Fraud, Network Reconnaissance) and assigns risk scores (0-100%).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SOC Remediation Steps: </a:t>
            </a:r>
            <a:r>
              <a:rPr sz="1200">
                <a:solidFill>
                  <a:srgbClr val="94A3B8"/>
                </a:solidFill>
              </a:rPr>
              <a:t>Provides step-by-step actionable mitigation guidelines for security analysts.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070F3"/>
                </a:solidFill>
              </a:rPr>
              <a:t>• Active Defense &amp; Quarantine: </a:t>
            </a:r>
            <a:r>
              <a:rPr sz="1200">
                <a:solidFill>
                  <a:srgbClr val="94A3B8"/>
                </a:solidFill>
              </a:rPr>
              <a:t>Automated IP quarantine engine blocks high-risk adversary IPs in real time to prevent lateral subnet movement.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Cyber Toolkit: Password Security &amp; Market Hasher</a:t>
            </a:r>
          </a:p>
        </p:txBody>
      </p:sp>
      <p:pic>
        <p:nvPicPr>
          <p:cNvPr id="4" name="Picture 3" descr="password_hasher_1787589453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11094415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59E0B"/>
                </a:solidFill>
              </a:rPr>
              <a:t>⚠️ Zero-Storage Privacy Banner
</a:t>
            </a:r>
          </a:p>
          <a:p>
            <a:r>
              <a:rPr sz="950">
                <a:solidFill>
                  <a:srgbClr val="94A3B8"/>
                </a:solidFill>
              </a:rPr>
              <a:t>Prominently guarantees that passwords are evaluated 100% in-memory on client device with zero storage.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</a:rPr>
              <a:t>⚡ Real-Time Entropy &amp; GPU Crack Time
</a:t>
            </a:r>
          </a:p>
          <a:p>
            <a:r>
              <a:rPr sz="950">
                <a:solidFill>
                  <a:srgbClr val="94A3B8"/>
                </a:solidFill>
              </a:rPr>
              <a:t>Calculates entropy bits and estimates resistance against 100B hashes/sec GPU clusters.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5120640"/>
            <a:ext cx="384048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07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0F3"/>
                </a:solidFill>
              </a:rPr>
              <a:t>🔒 Market Cryptographic Hashes
</a:t>
            </a:r>
          </a:p>
          <a:p>
            <a:r>
              <a:rPr sz="950">
                <a:solidFill>
                  <a:srgbClr val="94A3B8"/>
                </a:solidFill>
              </a:rPr>
              <a:t>Computes SHA-256, SHA-512, and MD5 hashes with one-click copy clipboard buttons.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Cyber Toolkit: AI Phishing .EML Analyzer</a:t>
            </a:r>
          </a:p>
        </p:txBody>
      </p:sp>
      <p:pic>
        <p:nvPicPr>
          <p:cNvPr id="4" name="Picture 3" descr="phishing_analyzer_17875894686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11094415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07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0F3"/>
                </a:solidFill>
              </a:rPr>
              <a:t>📂 Drag-and-Drop .EML File Parser
</a:t>
            </a:r>
          </a:p>
          <a:p>
            <a:r>
              <a:rPr sz="950">
                <a:solidFill>
                  <a:srgbClr val="94A3B8"/>
                </a:solidFill>
              </a:rPr>
              <a:t>Uploads raw .eml / .msg RFC822 MIME email files for deep structure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B5CF6"/>
                </a:solidFill>
              </a:rPr>
              <a:t>📑 RFC822 MIME Header Forensics
</a:t>
            </a:r>
          </a:p>
          <a:p>
            <a:r>
              <a:rPr sz="950">
                <a:solidFill>
                  <a:srgbClr val="94A3B8"/>
                </a:solidFill>
              </a:rPr>
              <a:t>Parses From, To, Subject, Return-Path domain alignment, and SPF/DKIM verification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5120640"/>
            <a:ext cx="384048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</a:rPr>
              <a:t>🤖 DeepSeek AI Threat Assessment
</a:t>
            </a:r>
          </a:p>
          <a:p>
            <a:r>
              <a:rPr sz="950">
                <a:solidFill>
                  <a:srgbClr val="94A3B8"/>
                </a:solidFill>
              </a:rPr>
              <a:t>Evaluates urgency tactics, domain spoofing, malicious links, and outputs SOC remediation steps.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0B981"/>
                </a:solidFill>
              </a:rPr>
              <a:t>K.A.R.M.A CLOUD SIEM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8FAFC"/>
                </a:solidFill>
              </a:rPr>
              <a:t>Academic Documentation &amp; Standalone Executable</a:t>
            </a:r>
          </a:p>
        </p:txBody>
      </p:sp>
      <p:pic>
        <p:nvPicPr>
          <p:cNvPr id="4" name="Picture 3" descr="about_project_17875894858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11094415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07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0F3"/>
                </a:solidFill>
              </a:rPr>
              <a:t>🏛️ Academic Project Information
</a:t>
            </a:r>
          </a:p>
          <a:p>
            <a:r>
              <a:rPr sz="950">
                <a:solidFill>
                  <a:srgbClr val="94A3B8"/>
                </a:solidFill>
              </a:rPr>
              <a:t>Department of CSE, The Oxford Evening Polytechnic, Sem VI Major Project (20CS61P).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188720"/>
            <a:ext cx="347472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B981"/>
                </a:solidFill>
              </a:rPr>
              <a:t>👥 Team &amp; Mentor Attribution
</a:t>
            </a:r>
          </a:p>
          <a:p>
            <a:r>
              <a:rPr sz="950">
                <a:solidFill>
                  <a:srgbClr val="94A3B8"/>
                </a:solidFill>
              </a:rPr>
              <a:t>Guide: Mr. Subhash J R | Team: Abhijeet Kumar, Kanaka C, Raghunandan T 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5120640"/>
            <a:ext cx="3840480" cy="1143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B5CF6"/>
                </a:solidFill>
              </a:rPr>
              <a:t>📦 Standalone App Package (setup.py)
</a:t>
            </a:r>
          </a:p>
          <a:p>
            <a:r>
              <a:rPr sz="950">
                <a:solidFill>
                  <a:srgbClr val="94A3B8"/>
                </a:solidFill>
              </a:rPr>
              <a:t>Compiles into KARMA_Cloud_SIEM_Standalone_v1.0.zip (53 MB) to run on any PC without Python/pip.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10B981"/>
                </a:solidFill>
              </a:rPr>
              <a:t>THANK YOU!
</a:t>
            </a:r>
          </a:p>
          <a:p>
            <a:pPr algn="ctr"/>
            <a:r>
              <a:rPr sz="1600">
                <a:solidFill>
                  <a:srgbClr val="F8FAFC"/>
                </a:solidFill>
              </a:rPr>
              <a:t>K.A.R.M.A CLOUD SIEM — AUTONOMOUS AI THREAT DECEPTION PLATFORM
</a:t>
            </a:r>
          </a:p>
          <a:p>
            <a:pPr algn="ctr"/>
            <a:r>
              <a:rPr sz="1400">
                <a:solidFill>
                  <a:srgbClr val="94A3B8"/>
                </a:solidFill>
              </a:rPr>
              <a:t>Department of Computer Science &amp; Engineering • Major Project (20CS61P)
The Oxford Evening Polytechnic, Bangalore
Questions &amp; Answers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